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 Planning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Attendees: Alice, Bob, Carol, Dave</a:t>
            </a:r>
          </a:p>
          <a:p>
            <a:r>
              <a:t>Date: January 15, 2026</a:t>
            </a:r>
          </a:p>
          <a:p>
            <a:r>
              <a:t>Revenue up 12% QoQ, retention at 94%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Engineering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Launch mobile app by Feb 15</a:t>
            </a:r>
          </a:p>
          <a:p>
            <a:r>
              <a:t>2. Migrate to PostgreSQL by Mar 1</a:t>
            </a:r>
          </a:p>
          <a:p>
            <a:r>
              <a:t>3. Implement analytics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Blockers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Blockers:</a:t>
            </a:r>
          </a:p>
          <a:p>
            <a:r>
              <a:t>- Mobile app waiting on UI designs</a:t>
            </a:r>
          </a:p>
          <a:p>
            <a:r>
              <a:t>- DB migration blocked by budget</a:t>
            </a:r>
          </a:p>
          <a:p>
            <a:r>
              <a:t>- Analytics pipeline needs API access</a:t>
            </a:r>
          </a:p>
          <a:p/>
          <a:p>
            <a:r>
              <a:t>Actions:</a:t>
            </a:r>
          </a:p>
          <a:p>
            <a:r>
              <a:t>- Alice: follow up with design</a:t>
            </a:r>
          </a:p>
          <a:p>
            <a:r>
              <a:t>- Bob: submit budget request</a:t>
            </a:r>
          </a:p>
          <a:p>
            <a:r>
              <a:t>- Carol: request API credentials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